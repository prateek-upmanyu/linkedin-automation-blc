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019925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19925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6875" y="4191000"/>
            <a:ext cx="3714750" cy="150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FFFFFF"/>
                </a:solidFill>
                <a:latin typeface="Arial"/>
              </a:rPr>
              <a:t>{{QUOTE}}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375" y="5857875"/>
            <a:ext cx="238125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C8C8FF"/>
                </a:solidFill>
                <a:latin typeface="Arial"/>
              </a:rPr>
              <a:t>— {{AUTHOR}}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